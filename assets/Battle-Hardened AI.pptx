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7" r:id="rId7"/>
    <p:sldId id="266" r:id="rId8"/>
    <p:sldId id="26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C1BAE-C37A-36A4-3935-F44D7685A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53FA1-FAEF-3E31-4A92-F26D15110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D192E-40CC-3767-780B-09BCBD2C6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D55F0-4C3E-561B-1E3B-399599AE9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FF8F5-6E96-F0E4-3018-81C9A74C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9715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CDE3-C8F7-84E7-C06E-E0CC827C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207FA-5811-C223-50EC-A859B8A4E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BA3ED-C434-6828-4591-838F80262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C28F5-2C25-97A8-5F07-0187F8EC0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EFC15-5454-B83D-D110-AB32BF10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69116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B9F38-057D-B86D-10EF-A24212675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50C39-8D58-D0D9-12C3-C75996F70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DC868-8DB4-656C-B14F-B1159BEA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08EBD-25D3-CE0E-CC4B-AF96977A4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4E845-3400-03B5-B394-4DF9B66A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3827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7BB8F-7D1E-8B2C-6ABF-0683B14BB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BDF16-0D83-076D-38D0-8FAA96220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6DDC3-B7F2-571F-4EA6-EC0BDB200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A5C73-3322-8B88-2993-B2D9DE06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41610-1585-37C3-BF43-FA3DCB1CF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241D1-E423-64DB-3F1B-42B1DB56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2570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B691A-8AB0-A2AB-9A53-BFE03FB65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2CBD3-A315-FE08-2A4E-5C340D7C5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17D5E-5EF7-1B1A-B6B4-9747DED92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497F0C-8354-791E-DDB7-2D1A4D15D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A5E84-7B62-6C67-94A2-CCE12D972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695432-2A27-ACD2-FB17-530016A1C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D448A3-18E9-0C14-60F3-8EC52E05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F41EB2-3E80-0262-043C-7969F00F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92838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7B04D-C3C4-BA95-AF40-46F0679E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4DEFD3-459C-0EB4-AE00-FE43CE23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8F336-D340-8A95-9728-80CE094FD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257E2-28A4-7365-EE46-2576F55CB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91894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9264D7-7EDD-A858-08C3-2ACE49E18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33D6D-7151-1FC0-F5C8-8654BDC9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7A922-8AA9-4C35-3FFB-55AD4709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5248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4D7D1-A713-6888-0F05-0E50A4246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BCB4-B8EE-BFCA-871E-BCBFCED37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326D7-97A8-5E5A-D01B-698936F8B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FB36B-06BF-C399-284D-135803FDD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BBBA0-2B3F-9C48-9582-6392F3826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9A866-5127-F122-0AC2-DC36CB89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29495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2CE03-E10E-9485-A682-F235E716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F7736A-D70A-E51B-2422-7B27D6BA95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697F1-EC71-04A8-684F-A3D5D7C76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5DD2C-3E70-E08F-E049-F62B7AF5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D9354-FDB8-32A3-380F-BC5AB687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3AE73-D53F-ED87-F3F6-D925E340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7828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2ECE-9A1D-2104-1EB4-D733B1FC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15026-EB5C-31B0-AC88-33574BB16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E42BB-B480-EE53-E5F6-476770ECA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C240F-8215-6574-4FC4-BAFCC074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8D75B-F42D-2907-6CE4-093A98A2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1505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B6112-9857-0357-8E36-2BD5691BE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D6BE0-980A-2847-D993-090E4AD37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00086-3657-7E1E-60E9-52A6B416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ECB3B-397C-C667-A781-CE21CB4C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899F5-A07A-EE5A-E108-30604B42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2827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9A44EB-BED1-6090-3FEE-60AB3426D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26E50-946E-A282-FAD2-645EFF5C1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A1083-F90D-D407-7D7A-846CB0867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02B5F-8733-8E98-F913-DA04D7C77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7FE6E-DB95-F05C-F28A-37C93BABF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7263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6B5B9-A136-AE3D-75DA-A4659DC5A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5334000" cy="2387600"/>
          </a:xfrm>
        </p:spPr>
        <p:txBody>
          <a:bodyPr>
            <a:normAutofit/>
          </a:bodyPr>
          <a:lstStyle/>
          <a:p>
            <a:r>
              <a:rPr lang="en-MY" sz="5400" dirty="0">
                <a:latin typeface="Agency FB" panose="020B0503020202020204" pitchFamily="34" charset="0"/>
              </a:rPr>
              <a:t>Battle-Hardened 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68E64-92B9-E41F-22F4-201133A2E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04264"/>
            <a:ext cx="5333999" cy="1532454"/>
          </a:xfrm>
        </p:spPr>
        <p:txBody>
          <a:bodyPr>
            <a:normAutofit/>
          </a:bodyPr>
          <a:lstStyle/>
          <a:p>
            <a:r>
              <a:rPr lang="en-MY" dirty="0">
                <a:latin typeface="Aptos" panose="020B0004020202020204" pitchFamily="34" charset="0"/>
              </a:rPr>
              <a:t>Full details in: https://github.com/yuhisern7/battle-hardened-ai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9AAEA1-B0A9-2C8A-FBFD-13565B250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266C7B-9797-B56F-6E7E-C3CBD47E0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4" y="4236718"/>
            <a:ext cx="5342313" cy="172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62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1B55C-58AA-680A-1C23-DEBAE8F29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Details Here Are ANTI-MARKETING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66BEC-2737-0C57-0508-4A36AD90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This document is written for people who understand first-layer enforcement, gateways, and control planes. It assumes familiarity with firewalls, routing, kernel telemetry, and pre-execution decision systems.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Nothing in Battle-Hardened AI is designed as a marketing gimmick: every term (21 layers, semantic execution-denial, trust graph, causal inference) corresponds to concrete modules, code paths, and enforcement points that can be inspected in this repository and its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2087968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2EA57-B0B7-05EA-5872-169501E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3B93-FBF5-7461-B06A-8982A303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Summary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1AA78-3826-5DA9-A83D-BCB75D72F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200" dirty="0"/>
              <a:t>Blocks malicious actions </a:t>
            </a:r>
            <a:r>
              <a:rPr lang="en-US" sz="2200" b="1" dirty="0"/>
              <a:t>before execution</a:t>
            </a:r>
            <a:r>
              <a:rPr lang="en-US" sz="2200" dirty="0"/>
              <a:t> using a 21-layer AI ensemble and a final semantic execution-denial gate.</a:t>
            </a:r>
          </a:p>
          <a:p>
            <a:pPr algn="just"/>
            <a:r>
              <a:rPr lang="en-US" sz="2200" dirty="0"/>
              <a:t>Acts as a </a:t>
            </a:r>
            <a:r>
              <a:rPr lang="en-US" sz="2200" b="1" dirty="0"/>
              <a:t>first-layer firewall commander</a:t>
            </a:r>
            <a:r>
              <a:rPr lang="en-US" sz="2200" dirty="0"/>
              <a:t> for gateways and routers, deciding what should be blocked while delegating actual enforcement to the local firewall control plane.</a:t>
            </a:r>
          </a:p>
          <a:p>
            <a:pPr algn="just"/>
            <a:r>
              <a:rPr lang="en-US" sz="2200" dirty="0"/>
              <a:t>Works </a:t>
            </a:r>
            <a:r>
              <a:rPr lang="en-US" sz="2200" b="1" dirty="0"/>
              <a:t>without agents</a:t>
            </a:r>
            <a:r>
              <a:rPr lang="en-US" sz="2200" dirty="0"/>
              <a:t>, exporting neutral JSON that plugs into existing SIEM, SOAR, firewall, and XDR stacks.</a:t>
            </a:r>
          </a:p>
          <a:p>
            <a:pPr algn="just"/>
            <a:r>
              <a:rPr lang="en-US" sz="2200" dirty="0"/>
              <a:t>Provides documented coverage for </a:t>
            </a:r>
            <a:r>
              <a:rPr lang="en-US" sz="2200" b="1" dirty="0"/>
              <a:t>43 MITRE ATT&amp;CK techniques</a:t>
            </a:r>
            <a:r>
              <a:rPr lang="en-US" sz="2200" dirty="0"/>
              <a:t> via pre-execution denial and trust degradation.</a:t>
            </a:r>
          </a:p>
          <a:p>
            <a:pPr algn="just"/>
            <a:r>
              <a:rPr lang="en-US" sz="2200" dirty="0"/>
              <a:t>Built for </a:t>
            </a:r>
            <a:r>
              <a:rPr lang="en-US" sz="2200" b="1" dirty="0"/>
              <a:t>enterprise, government, and national-security</a:t>
            </a:r>
            <a:r>
              <a:rPr lang="en-US" sz="2200" dirty="0"/>
              <a:t> defense use cases where autonomy, auditability, and privacy are mandatory.</a:t>
            </a:r>
          </a:p>
          <a:p>
            <a:pPr algn="just"/>
            <a:r>
              <a:rPr lang="en-US" sz="2200" dirty="0"/>
              <a:t>Optionally connects to a </a:t>
            </a:r>
            <a:r>
              <a:rPr lang="en-US" sz="2200" b="1" dirty="0"/>
              <a:t>central relay/VPS</a:t>
            </a:r>
            <a:r>
              <a:rPr lang="en-US" sz="2200" dirty="0"/>
              <a:t> where many Battle-Hardened AI nodes share only sanitized attack patterns and receive model/signature updates, so global learning improves over time without any customer content or PII leaving local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730670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DF58-C9A0-16F1-32A3-24F80C48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AE73-183D-85EF-B74D-EDA2F1BC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b="1" dirty="0"/>
              <a:t>Stop breaches before they start:</a:t>
            </a:r>
            <a:r>
              <a:rPr lang="en-US" sz="2200" dirty="0"/>
              <a:t> Battle-Hardened AI sits at the gateway and decides what is allowed to execute, blocking malicious activity before it reaches servers, endpoints, or data.</a:t>
            </a:r>
          </a:p>
          <a:p>
            <a:pPr algn="just"/>
            <a:r>
              <a:rPr lang="en-US" sz="2200" b="1" dirty="0"/>
              <a:t>Reduce analyst load, not add to it:</a:t>
            </a:r>
            <a:r>
              <a:rPr lang="en-US" sz="2200" dirty="0"/>
              <a:t> It runs autonomously with explainable decisions and conservative defaults, cutting noise instead of generating more alerts.</a:t>
            </a:r>
          </a:p>
          <a:p>
            <a:pPr algn="just"/>
            <a:r>
              <a:rPr lang="en-US" sz="2200" b="1" dirty="0"/>
              <a:t>Integrate with what you already have:</a:t>
            </a:r>
            <a:r>
              <a:rPr lang="en-US" sz="2200" dirty="0"/>
              <a:t> Decisions are exported as simple JSON and enforced through existing firewalls, SIEM, SOAR, and EDR/XDR tools—no rip-and-replace.</a:t>
            </a:r>
          </a:p>
          <a:p>
            <a:pPr algn="just"/>
            <a:r>
              <a:rPr lang="en-US" sz="2200" b="1" dirty="0"/>
              <a:t>Protect privacy and sovereignty:</a:t>
            </a:r>
            <a:r>
              <a:rPr lang="en-US" sz="2200" dirty="0"/>
              <a:t> Detection happens on your infrastructure, and when the optional relay to the central VPS is enabled, only anonymized patterns and statistics are shared—no raw payloads, credentials, or customer data.</a:t>
            </a:r>
          </a:p>
        </p:txBody>
      </p:sp>
    </p:spTree>
    <p:extLst>
      <p:ext uri="{BB962C8B-B14F-4D97-AF65-F5344CB8AC3E}">
        <p14:creationId xmlns:p14="http://schemas.microsoft.com/office/powerpoint/2010/main" val="3668772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F49F-4345-7B4B-17D2-6A7F640BF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New Category of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20807-27D2-96CD-EF88-70B67338F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/>
              <a:t>A </a:t>
            </a:r>
            <a:r>
              <a:rPr lang="en-US" sz="2200" b="1" dirty="0"/>
              <a:t>first-layer autonomous execution-control system</a:t>
            </a:r>
            <a:r>
              <a:rPr lang="en-US" sz="2200" dirty="0"/>
              <a:t> that operates at the router and gateway boundary, making </a:t>
            </a:r>
            <a:r>
              <a:rPr lang="en-US" sz="2200" b="1" dirty="0"/>
              <a:t>pre-execution decisions with full context</a:t>
            </a:r>
            <a:r>
              <a:rPr lang="en-US" sz="2200" dirty="0"/>
              <a:t>—semantic, behavioral, and causal—before any downstream tool is engaged.</a:t>
            </a:r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200" dirty="0"/>
              <a:t>We are not aware of any publicly documented enterprise-grade system that:</a:t>
            </a:r>
          </a:p>
          <a:p>
            <a:pPr algn="just"/>
            <a:r>
              <a:rPr lang="en-US" sz="2200" dirty="0"/>
              <a:t>Operates as a first-layer gateway authority</a:t>
            </a:r>
          </a:p>
          <a:p>
            <a:pPr algn="just"/>
            <a:r>
              <a:rPr lang="en-US" sz="2200" dirty="0"/>
              <a:t>Performs semantic execution validation</a:t>
            </a:r>
          </a:p>
          <a:p>
            <a:pPr algn="just"/>
            <a:r>
              <a:rPr lang="en-US" sz="2200" dirty="0"/>
              <a:t>Maintains persistent trust memory</a:t>
            </a:r>
          </a:p>
          <a:p>
            <a:pPr algn="just"/>
            <a:r>
              <a:rPr lang="en-US" sz="2200" dirty="0"/>
              <a:t>Uses causal inference to command routers and firewalls prior to execution</a:t>
            </a:r>
          </a:p>
          <a:p>
            <a:pPr marL="0" indent="0" algn="just">
              <a:buNone/>
            </a:pPr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3519836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B9671-0FC5-5EDE-7E8E-1E84AB6E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CB4E-F04D-7023-8DF8-57EE37638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Battle-Hardened AI Is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60ADD-69A8-59E3-6A85-FAF97AC32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To remain strictly focused as </a:t>
            </a:r>
            <a:r>
              <a:rPr lang="en-US" sz="2200" b="1" dirty="0"/>
              <a:t>a first-layer decision </a:t>
            </a:r>
            <a:r>
              <a:rPr lang="en-US" sz="2200" dirty="0"/>
              <a:t>system, Battle-Hardened AI does </a:t>
            </a:r>
            <a:r>
              <a:rPr lang="en-US" sz="2200" b="1" dirty="0"/>
              <a:t>not</a:t>
            </a:r>
            <a:r>
              <a:rPr lang="en-US" sz="2200" dirty="0"/>
              <a:t>:</a:t>
            </a:r>
          </a:p>
          <a:p>
            <a:r>
              <a:rPr lang="en-US" sz="2200" dirty="0"/>
              <a:t>Act as a SIEM (log aggregator)</a:t>
            </a:r>
          </a:p>
          <a:p>
            <a:r>
              <a:rPr lang="en-US" sz="2200" dirty="0"/>
              <a:t>Act as a SOAR (workflow orchestrator)</a:t>
            </a:r>
          </a:p>
          <a:p>
            <a:r>
              <a:rPr lang="en-US" sz="2200" dirty="0"/>
              <a:t>Act as an EDR (host process monitor)</a:t>
            </a:r>
          </a:p>
          <a:p>
            <a:r>
              <a:rPr lang="en-US" sz="2200" dirty="0"/>
              <a:t>Act as an IAM (identity manager)</a:t>
            </a:r>
          </a:p>
          <a:p>
            <a:r>
              <a:rPr lang="en-US" sz="2200" dirty="0"/>
              <a:t>Act as a threat intel aggregator</a:t>
            </a:r>
          </a:p>
          <a:p>
            <a:r>
              <a:rPr lang="en-US" sz="2200" dirty="0"/>
              <a:t>It makes </a:t>
            </a:r>
            <a:r>
              <a:rPr lang="en-US" sz="2200" b="1" dirty="0"/>
              <a:t>execution decisions only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4859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FACA-813E-F4A1-4375-CA6EAA806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F6AD-8D63-9EE5-E3DE-6B112FD9B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MY" dirty="0"/>
              <a:t>What Makes Us Different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11206-0BF9-2BE0-67DA-A44CF3769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Most platforms react </a:t>
            </a:r>
            <a:r>
              <a:rPr lang="en-US" sz="2200" b="1" dirty="0"/>
              <a:t>after</a:t>
            </a:r>
            <a:r>
              <a:rPr lang="en-US" sz="2200" dirty="0"/>
              <a:t> execution. Battle-Hardened AI intervenes </a:t>
            </a:r>
            <a:r>
              <a:rPr lang="en-US" sz="2200" b="1" dirty="0"/>
              <a:t>before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b="1" dirty="0"/>
              <a:t>Comparison: Execution Timing:</a:t>
            </a:r>
          </a:p>
          <a:p>
            <a:pPr marL="0" indent="0" algn="just">
              <a:buNone/>
            </a:pPr>
            <a:endParaRPr lang="en-MY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FE4301-B6EA-4490-EE05-C0A9E4E10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521" y="2179386"/>
            <a:ext cx="7582958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081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9DD7B-E0A4-C974-0C28-EA3534287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6D222-EA9F-B9E4-2784-1791DF08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83"/>
            <a:ext cx="10515600" cy="732155"/>
          </a:xfrm>
        </p:spPr>
        <p:txBody>
          <a:bodyPr/>
          <a:lstStyle/>
          <a:p>
            <a:r>
              <a:rPr lang="en-MY" dirty="0"/>
              <a:t>Competitive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F6A73-C629-A95E-9AB9-8B2CAAE2E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473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dirty="0"/>
              <a:t>Battle-Hardened AI is designed to sit in front of, and alongside, existing controls rather than replace them.</a:t>
            </a:r>
          </a:p>
          <a:p>
            <a:pPr algn="just"/>
            <a:r>
              <a:rPr lang="en-US" sz="2200" b="1" dirty="0"/>
              <a:t>Versus firewalls (NGFW/WAF):</a:t>
            </a:r>
            <a:r>
              <a:rPr lang="en-US" sz="2200" dirty="0"/>
              <a:t> Traditional firewalls enforce static or signature-based rules on packets and sessions. Battle-Hardened AI acts as a semantic commander in front of them, deciding </a:t>
            </a:r>
            <a:r>
              <a:rPr lang="en-US" sz="2200" i="1" dirty="0"/>
              <a:t>whether</a:t>
            </a:r>
            <a:r>
              <a:rPr lang="en-US" sz="2200" dirty="0"/>
              <a:t> an interaction should be allowed at all and then driving firewall rules accordingly.</a:t>
            </a:r>
          </a:p>
          <a:p>
            <a:pPr algn="just"/>
            <a:r>
              <a:rPr lang="en-US" sz="2200" b="1" dirty="0"/>
              <a:t>Versus NDR/XDR:</a:t>
            </a:r>
            <a:r>
              <a:rPr lang="en-US" sz="2200" dirty="0"/>
              <a:t> NDR/XDR platforms aggregate telemetry and raise alerts </a:t>
            </a:r>
            <a:r>
              <a:rPr lang="en-US" sz="2200" i="1" dirty="0"/>
              <a:t>after</a:t>
            </a:r>
            <a:r>
              <a:rPr lang="en-US" sz="2200" dirty="0"/>
              <a:t> execution. Battle-Hardened AI operates at the execution gate, using 21 documented layers plus the semantic execution-denial gate to reject malicious actions before they reach those systems.</a:t>
            </a:r>
          </a:p>
          <a:p>
            <a:pPr algn="just"/>
            <a:r>
              <a:rPr lang="en-US" sz="2200" b="1" dirty="0"/>
              <a:t>Versus SD-WAN and routing gear:</a:t>
            </a:r>
            <a:r>
              <a:rPr lang="en-US" sz="2200" dirty="0"/>
              <a:t> SD-WAN optimizes paths and connectivity between sites. Battle-Hardened AI focuses purely on security semantics and trust, determining which flows should exist at all and leaving path selection to the network layer.</a:t>
            </a:r>
          </a:p>
          <a:p>
            <a:pPr algn="just"/>
            <a:r>
              <a:rPr lang="en-US" sz="2200" b="1" dirty="0"/>
              <a:t>Versus EDR (agent-based):</a:t>
            </a:r>
            <a:r>
              <a:rPr lang="en-US" sz="2200" dirty="0"/>
              <a:t> EDR agents live on individual endpoints and watch local processes. Battle-Hardened AI typically runs as a gateway node with no agents, protecting many devices at once and exporting decisions that EDR/XDR tools can still consume.</a:t>
            </a:r>
          </a:p>
          <a:p>
            <a:pPr marL="0" indent="0" algn="just">
              <a:buNone/>
            </a:pPr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3773146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6152-1CF1-CC04-39BF-01BFE33F4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028" y="0"/>
            <a:ext cx="10515600" cy="1057523"/>
          </a:xfrm>
        </p:spPr>
        <p:txBody>
          <a:bodyPr>
            <a:normAutofit/>
          </a:bodyPr>
          <a:lstStyle/>
          <a:p>
            <a:r>
              <a:rPr lang="en-US" dirty="0"/>
              <a:t>The Flow of BH-AI (part 1)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8B02FC-9FFC-C3CD-A64D-31B22486B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537" y="1057523"/>
            <a:ext cx="9520925" cy="5536587"/>
          </a:xfrm>
        </p:spPr>
      </p:pic>
    </p:spTree>
    <p:extLst>
      <p:ext uri="{BB962C8B-B14F-4D97-AF65-F5344CB8AC3E}">
        <p14:creationId xmlns:p14="http://schemas.microsoft.com/office/powerpoint/2010/main" val="1210633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5CB4E-4561-CAA6-A88B-BE2E1E9A6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C61F-AF6D-D7E6-833C-A598AC02E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Flow of BH-AI (part 2)</a:t>
            </a:r>
            <a:endParaRPr lang="en-MY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CCAAED-75B0-3AD3-DFB0-14A728895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2654"/>
            <a:ext cx="10515600" cy="4261377"/>
          </a:xfrm>
        </p:spPr>
      </p:pic>
    </p:spTree>
    <p:extLst>
      <p:ext uri="{BB962C8B-B14F-4D97-AF65-F5344CB8AC3E}">
        <p14:creationId xmlns:p14="http://schemas.microsoft.com/office/powerpoint/2010/main" val="979518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E27D1-66D1-BAAF-4608-7B836912E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7485D-41DC-C98A-0A3E-AAA22608C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Flow of BH-AI (part 3)</a:t>
            </a:r>
            <a:endParaRPr lang="en-MY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B000C9-3CD4-75B3-2C7C-ED0426250D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58751"/>
            <a:ext cx="10515600" cy="3685085"/>
          </a:xfrm>
        </p:spPr>
      </p:pic>
    </p:spTree>
    <p:extLst>
      <p:ext uri="{BB962C8B-B14F-4D97-AF65-F5344CB8AC3E}">
        <p14:creationId xmlns:p14="http://schemas.microsoft.com/office/powerpoint/2010/main" val="3738902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D7B0-F643-2301-7B72-70093D75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5BD7-43D7-F751-7C3C-5401B7D4D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Flow of BH-AI (part 4)</a:t>
            </a:r>
            <a:endParaRPr lang="en-MY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F775DA-3C2D-FEC9-8770-C2640E555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26647"/>
            <a:ext cx="10515600" cy="3749294"/>
          </a:xfrm>
        </p:spPr>
      </p:pic>
    </p:spTree>
    <p:extLst>
      <p:ext uri="{BB962C8B-B14F-4D97-AF65-F5344CB8AC3E}">
        <p14:creationId xmlns:p14="http://schemas.microsoft.com/office/powerpoint/2010/main" val="1825915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7B8F9-6090-E4C7-5503-CDAE07FBC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4A531-44A3-7D51-7EAB-02A9F58D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Customer Nodes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A030B-11BF-35CB-ED59-200124819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Push sanitized threat summaries and extracted patterns to a centrally-operated relay/VPS over WebSocket (typically wss://&lt;relay-host&gt;:60001) using a dedicated relay client; </a:t>
            </a:r>
            <a:r>
              <a:rPr lang="en-US" sz="2200" b="1" dirty="0"/>
              <a:t>no raw payloads, logs, or customer data are ever sent</a:t>
            </a:r>
            <a:r>
              <a:rPr lang="en-US" sz="2200" dirty="0"/>
              <a:t>.</a:t>
            </a:r>
          </a:p>
          <a:p>
            <a:r>
              <a:rPr lang="en-US" sz="2200" dirty="0"/>
              <a:t>Pull </a:t>
            </a:r>
            <a:r>
              <a:rPr lang="en-US" sz="2200" b="1" dirty="0"/>
              <a:t>only pre-trained models</a:t>
            </a:r>
            <a:r>
              <a:rPr lang="en-US" sz="2200" dirty="0"/>
              <a:t> and curated signature/reputation/intel bundles from an HTTPS training API (typically https://&lt;relay-host&gt;:60002); raw training datasets and history remain on the relay and never transit customer networks.</a:t>
            </a:r>
          </a:p>
          <a:p>
            <a:r>
              <a:rPr lang="en-US" sz="2200" dirty="0"/>
              <a:t>Load downloaded models from their local ML models directory (resolved by </a:t>
            </a:r>
            <a:r>
              <a:rPr lang="en-US" sz="2200" dirty="0" err="1"/>
              <a:t>AI.path_helper.get_ml_models_dir</a:t>
            </a:r>
            <a:r>
              <a:rPr lang="en-US" sz="2200" dirty="0"/>
              <a:t>()); nodes never read relay/</a:t>
            </a:r>
            <a:r>
              <a:rPr lang="en-US" sz="2200" dirty="0" err="1"/>
              <a:t>ai_training_materials</a:t>
            </a:r>
            <a:r>
              <a:rPr lang="en-US" sz="2200" dirty="0"/>
              <a:t>/ directly.</a:t>
            </a:r>
          </a:p>
        </p:txBody>
      </p:sp>
    </p:spTree>
    <p:extLst>
      <p:ext uri="{BB962C8B-B14F-4D97-AF65-F5344CB8AC3E}">
        <p14:creationId xmlns:p14="http://schemas.microsoft.com/office/powerpoint/2010/main" val="1481797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C0C21-0F8D-40E0-E2A2-ADD1DB050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B0BC-756D-39D7-89B5-635F6D19E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dirty="0"/>
              <a:t>Privacy-Preserving Defensive Mesh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F9AB7-8FC5-765D-B4BD-4B4FE02B2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One server protects an entire network segment</a:t>
            </a:r>
            <a:r>
              <a:rPr lang="en-US" sz="2200" dirty="0"/>
              <a:t> (no endpoint agents required)</a:t>
            </a:r>
          </a:p>
          <a:p>
            <a:r>
              <a:rPr lang="en-US" sz="2200" b="1" dirty="0"/>
              <a:t>Every attack makes the system smarter</a:t>
            </a:r>
            <a:r>
              <a:rPr lang="en-US" sz="2200" dirty="0"/>
              <a:t> (automated signature extraction + ML retraining)</a:t>
            </a:r>
          </a:p>
          <a:p>
            <a:r>
              <a:rPr lang="en-US" sz="2200" b="1" dirty="0"/>
              <a:t>Every node benefits from global learning</a:t>
            </a:r>
            <a:r>
              <a:rPr lang="en-US" sz="2200" dirty="0"/>
              <a:t> (relay-shared intelligence from worldwide attacks)</a:t>
            </a:r>
          </a:p>
          <a:p>
            <a:r>
              <a:rPr lang="en-US" sz="2200" b="1" dirty="0"/>
              <a:t>Organizations retain full control</a:t>
            </a:r>
            <a:r>
              <a:rPr lang="en-US" sz="2200" dirty="0"/>
              <a:t> (relay participation is optional, all data anonymized)</a:t>
            </a:r>
          </a:p>
          <a:p>
            <a:r>
              <a:rPr lang="en-US" sz="2200" b="1" dirty="0"/>
              <a:t>Privacy is preserved</a:t>
            </a:r>
            <a:r>
              <a:rPr lang="en-US" sz="2200" dirty="0"/>
              <a:t> (no raw payloads, no PII, only statistical features shared)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87688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969</Words>
  <Application>Microsoft Office PowerPoint</Application>
  <PresentationFormat>Widescreen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Agency FB</vt:lpstr>
      <vt:lpstr>Aptos</vt:lpstr>
      <vt:lpstr>Arial</vt:lpstr>
      <vt:lpstr>Calibri</vt:lpstr>
      <vt:lpstr>Calibri Light</vt:lpstr>
      <vt:lpstr>Office Theme</vt:lpstr>
      <vt:lpstr>Battle-Hardened  AI</vt:lpstr>
      <vt:lpstr>The Details Here Are ANTI-MARKETING</vt:lpstr>
      <vt:lpstr>Summary Highlights</vt:lpstr>
      <vt:lpstr>Executive Summary</vt:lpstr>
      <vt:lpstr>New Category of Security</vt:lpstr>
      <vt:lpstr>What Battle-Hardened AI Is Not</vt:lpstr>
      <vt:lpstr>What Makes Us Different</vt:lpstr>
      <vt:lpstr>Competitive Landscape</vt:lpstr>
      <vt:lpstr>The Flow of BH-AI (part 1)</vt:lpstr>
      <vt:lpstr>The Flow of BH-AI (part 2)</vt:lpstr>
      <vt:lpstr>The Flow of BH-AI (part 3)</vt:lpstr>
      <vt:lpstr>The Flow of BH-AI (part 4)</vt:lpstr>
      <vt:lpstr>Customer Nodes</vt:lpstr>
      <vt:lpstr>Privacy-Preserving Defensive Mesh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Parssanth Navaratnam</dc:creator>
  <cp:lastModifiedBy>Parssanth Navaratnam</cp:lastModifiedBy>
  <cp:revision>2</cp:revision>
  <dcterms:created xsi:type="dcterms:W3CDTF">2026-01-28T10:55:42Z</dcterms:created>
  <dcterms:modified xsi:type="dcterms:W3CDTF">2026-01-28T20:11:48Z</dcterms:modified>
</cp:coreProperties>
</file>